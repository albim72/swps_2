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4" r:id="rId6"/>
    <p:sldId id="266" r:id="rId7"/>
    <p:sldId id="265" r:id="rId8"/>
    <p:sldId id="261" r:id="rId9"/>
    <p:sldId id="262" r:id="rId10"/>
    <p:sldId id="263" r:id="rId11"/>
    <p:sldId id="260" r:id="rId12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82B6034-51A1-494A-885C-F51711E4C1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840051E-B34E-458D-9BC8-55397CF27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DA15F-C424-4768-8236-5D7E3BFE200D}" type="datetimeFigureOut">
              <a:rPr lang="pl-PL" smtClean="0"/>
              <a:t>22.02.2026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85438D0-B383-41A6-8994-998FB3A49C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6233901-EEC2-4D54-B637-C54451C7C0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E20BC-0710-4DF2-B2B0-8382EA5778B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98482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2-22T12:25:18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23107 3193 0,'18'-18'47,"-18"0"-32,0-52 1,0-1 0,35 1-1,-17 34 1,-18 19-16,17 17 15,1-35 1,-1 35 0,19 0-1,34 0 1,36 0 0,-88 17-1,-1 1 1,-17-1-1,0 19 1,0-1-16,0 18 16,18 70 15,-36-52-31,-70 141 16,71-160-1,-125 125 16,72-124-31,-71 70 32,141-105-32,-53 35 31,35-36-31,36-34 125,158 17-78,-70-18-47,18 18 15,70 0 17,-159 0-32,35 0 0,-52 0 15,17 0-15,-123-35 125,70 0-109</inkml:trace>
  <inkml:trace contextRef="#ctx0" brushRef="#br0" timeOffset="508.34">23707 3563 0,'53'0'16,"-36"0"0,54 0-1,-18 0 1,-18 0-16,0 0 15,1 0 1,16 0-16,37 0 16,-19 0-1,-35 0 1,1 0-16,52 0 16,-70 0-1,17 0-15,-53 0 94,-35-18-78</inkml:trace>
  <inkml:trace contextRef="#ctx0" brushRef="#br0" timeOffset="1286.68">24289 3404 0,'70'0'31,"19"0"-16,-72 18 1,18-18 0,-35 18 62,18-1-78,17 1 31,-35-1 16,0 19-31,0 17 15,-88 70 0,53-105-15,-71 17-1,88-35 126</inkml:trace>
  <inkml:trace contextRef="#ctx0" brushRef="#br0" timeOffset="3141.7">24977 4163 0,'0'-35'31,"17"-1"-15,19-34-16,-1 52 15,0-53 1,18-17-16,0 35 16,18-211-1,-71 211-15,17-35 16,-17 17 0,0-35-1,0-17 1,-17 88-1,17 17-15,0 124 141,-53 388-110,17-247 1,36-230-1,0-52 63</inkml:trace>
  <inkml:trace contextRef="#ctx0" brushRef="#br0" timeOffset="4054.29">25964 3087 0,'0'0'0,"-17"0"31,-107 70 0,54 71 0,-1 124 1,71-212-32,0 70 31,0-87-15,106 52 15,-71-88-31,-17 18 15,35-1 1,-18-17 15,18 0 1,71-70-1,-124-36 0,0 53-15,-159-53 15,124 88-31,-1 18 16,-105-53-1,106 53-15,-89 0 16,36 0-1,53 18-15,17-18 16,18 18 15,106-18 32,18-36-48</inkml:trace>
  <inkml:trace contextRef="#ctx0" brushRef="#br0" timeOffset="4625.33">26035 3457 0,'71'0'31,"-19"0"-31,-16 0 16,87 0-1,-52 0-15,-1 0 16,142 0 15,-106 0-15,-89 0 31,19 0-16,17 0-31,17 0 31,-52-17-15</inkml:trace>
  <inkml:trace contextRef="#ctx0" brushRef="#br0" timeOffset="5124.35">26741 3263 0,'0'0'0,"52"0"16,-16 0-1,17 18 1,-36-18-16,19 17 16,-1 19-16,0-36 15,-17 17 1,-1 36-1,-17 0 1,0 35 0,-52 1-1,16-54-15,-52 18 16,-18 17 0,-17 1-1,52-53 1,54-18 46,122-53-30</inkml:trace>
  <inkml:trace contextRef="#ctx0" brushRef="#br0" timeOffset="5805.16">27640 3951 0,'0'0'0,"0"-18"15,53-52 1,0 17 0,0-18-16,-18 1 15,53-89 1,-35 53-16,-17 36 15,-19-124 1,-17 158 0,0 1-1,0 18 1,0-1 15,0 124 47,-17 158-62,17-87 0,0-36-1,0-53-15,0-53 16,0 1-1,17-19 17,-17 1-1,53-18 16,124-71-32</inkml:trace>
  <inkml:trace contextRef="#ctx0" brushRef="#br0" timeOffset="6718.85">28910 3246 0,'-53'0'16,"36"0"-1,-19 0 1,19 0-1,-36 17 1,-18 36 0,36-18-16,-36 36 0,36-18 15,-53 141 1,53-35 0,35-106-1,35 17 1,18-17-1,17 35 1,-17-52 0,35-1-1,-17-18 1,17 1 0,-53-18-16,18 0 0,0 0 15,-35 0 1,17 0-16,-17 0 15,52-53 1,-70 36 0,0-54-16,0 0 15,-52-17-15,16 53 16,19-36-16,-19 54 16,1-1-1,-18 18 1,18 0-16,-336 88 47,177-17-16,194-54 0,18-17 0,70 0-31,194 0 32,-88-17-32</inkml:trace>
  <inkml:trace contextRef="#ctx0" brushRef="#br0" timeOffset="7302.76">29298 3634 0,'0'0'16,"124"-18"15,123 0 1,-212 18-17,-17 0 1,-1 0-1,1 0 1,-1 0 15,-34-17 32,-1 17-48</inkml:trace>
  <inkml:trace contextRef="#ctx0" brushRef="#br0" timeOffset="7989.63">29616 3422 0,'17'0'32,"1"0"-1,17 0-15,53 18-1,54 34 1,-37 19-1,72 17 1,-124-52-16,-18-19 16,-35 1-1,-35 35 63,-124 35-62,106-53 0,-123 53-1,105-35-15,18-35 16,18-18 0,17 0-1,1 0 63,34-53-78</inkml:trace>
  <inkml:trace contextRef="#ctx0" brushRef="#br0" timeOffset="8843.54">30339 4057 0,'35'-18'31,"-35"-70"-16,35 18-15,-35 17 16,18 17 0,-18-17-16,35 1 0,1-37 31,-19 19-15,1 70-1,-18-71 1,18 54-1,-18-1 1,17 0-16,36 159 125,-53-35-109,35 18-1,54 193 1,-36-193-16,-1 52 16,-52-141-16,0 1 15,0-1 16,0-17-15,0-1 62,-35-17-15</inkml:trace>
  <inkml:trace contextRef="#ctx0" brushRef="#br0" timeOffset="14612.19">24553 3863 0,'18'0'32,"0"70"15,-18 195-16,0 35 0,0-124 0,0-140-31,17-36 125,19 0-109,34 0 0,54 0-1,-36 0-15,0 0 16,-35 0-1,529-36 17,-441 36-17,494-17 17,-511 17-17,158 0 1,-212 0-1,36 0 1,-35 0-16,-18 0 16,123 0-1,-88 0-15,-17 0 16,-18 0-16,141-18 16,-18 18-1,-35-18-15,-17 18 16,70 0-1,-177 0 1,1-17-16,0 17 16,17 0-1,-17 0-15,17 0 47,71 0-16,-1 0 1,-34 0-1,52 17 0,89 19 0,-88-1-15,-71-17 15,17-18-15,177 0 31,-212 0-47,89 0 15,-177-36 126,35 19-125,-35-36-1,-52-300 1,87 265 0,18 35-1,0 0-15,-18 0 16,18 35 15,0 1-31,0-1 141,36 18-126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2-22T12:26:27.15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3404 3598 0,'18'0'31,"-18"-70"1,18 52-32,17-17 15,35-53 1,-17 52-16,0 1 16,-17 17-1,-1-17-15,0 18 16,0-1-1,-17 18 1,0 0 31,17 53 15,-35 53-30,-18-18-1,-35-35 0,18 35-15,17-70-16,-123 123 15,35 0 17,106-124-1,-35 36-15,18-35-1,-1 0 16,18-1 63,0 19-63,18-36 79,52 0-79,36 35 0,264 71 1,-264-106-17,-88 0 1,-18 17 62,-18-17 16</inkml:trace>
  <inkml:trace contextRef="#ctx0" brushRef="#br0" timeOffset="618.57">4374 3898 0,'18'0'31,"0"0"-16,17 0 1,0 0-16,-17 0 16,52-17-1,-17 17-15,18 0 16,-1 0-16,19 0 16,17 0-16,-1 0 15,-34 0 1,123 0-1,-123 0-15,-36 0 16,-53-18 125</inkml:trace>
  <inkml:trace contextRef="#ctx0" brushRef="#br0" timeOffset="1271.73">5292 3722 0,'0'0'0,"53"0"15,17 0 17,89 17-1,-141 1-31,17-18 31,-18 18 0,19 17-15,-19 0 0,-52 1 62,-88 34-47,-1-17 0,107-35 1,-1-18 14</inkml:trace>
  <inkml:trace contextRef="#ctx0" brushRef="#br0" timeOffset="2098.23">6491 4233 0,'18'-35'31,"-36"70"-31,89-282 31,-54 194-31,1-35 16,-18 0-1,0-194 17,35 247-32,-17-18 31,-18 0-15,0 35 15,0 0 0,0 124 63,0 247-63,0-53 0,18-282-15,-18-71 187</inkml:trace>
  <inkml:trace contextRef="#ctx0" brushRef="#br0" timeOffset="3352.33">7338 3351 0,'-36'0'78,"-175"212"-46,70-71-1,105-17-15,-34 52 15,70-105-16,0-18 17,0 17-1,53-17 0,88 0 0,-106-18-15,18-35 15,0-17 1,0-19-17,-35 19-15,-18-36 31,-18-53 1,-88-35-1,71 88 0,17 53-31,18-18 16,-17 18-16,-1-17 31,0 17 16,-35 70-16,36-70-15,-19 35-1,36 18 17,-17-53-1,-1 18 31</inkml:trace>
  <inkml:trace contextRef="#ctx0" brushRef="#br0" timeOffset="3905.04">7691 4004 0,'17'0'32,"-34"0"-32,87 0 15,-35 0 1,36 0-1,176-18 1,0 18 0,-124-17-1,-35 17-15,-52 0 16,-36-18 93,-36 0-93</inkml:trace>
  <inkml:trace contextRef="#ctx0" brushRef="#br0" timeOffset="4557.46">8361 3704 0,'0'0'0,"17"0"15,19 0-15,70 35 16,70 71 0,-158-106-1,70 53 1,-71-53-1,1 18 1,0-1 15,-18 1 1,0 0-1,-36 70 0,1-35-15,-35-35-1,52-1-15,-35 18 16,0-35 0,35 0-1,1 18 32,-1-18 16,1-18-63</inkml:trace>
  <inkml:trace contextRef="#ctx0" brushRef="#br0" timeOffset="5368.23">9490 4110 0,'53'0'47,"-18"-35"-32,-35-18-15,18 17 16,34-122-1,1 52 1,-35 53 0,17-53-16,18 18 0,-35 35 15,35-18 1,-53 36-16,0 17 16,0 1 15,0 52 63,0 71-79,0 211 16,0 1 1,0-265-17,0-18 1,0-17 15,0-1 79,176-34-64</inkml:trace>
  <inkml:trace contextRef="#ctx0" brushRef="#br0" timeOffset="6335.6">11095 3510 0,'-35'-18'47,"-71"1"-31,35-1-16,-17 18 15,-53-17 1,70 17-1,54 0-15,-36 35 16,18-18-16,-18 36 16,-71 36-1,71-36-15,36-1 16,-1 1-16,0 36 16,18-54-1,0 18-15,18-18 16,0 0-1,-1 18-15,18 0 0,-35-18 0,36 36 32,-1-18-17,0 0 1,1-36 0,-1 1-16,0-18 15,53 18 1,1-36-1,-54 0 1,35-87 15,-70 69-15,-88-140 15,35 105 0,-70 36 1,-1 35-1,36 53-15,-35 35 15,17-17-16,71-36 17,158-35 15,283 0-16,-248 0-31</inkml:trace>
  <inkml:trace contextRef="#ctx0" brushRef="#br0" timeOffset="6863.46">11589 4022 0,'17'0'31,"1"0"-31,35 0 32,35 0-17,89 35 1,-19 0 0,-105-35-16,0 18 15,-35-18-15,-1 0 16,-52-35 124,0 17-140</inkml:trace>
  <inkml:trace contextRef="#ctx0" brushRef="#br0" timeOffset="7412.46">12012 3898 0,'0'0'16,"124"35"15,122 71 0,-175-53-15,-53-53-1,-18 36 63,0-19-62,-53 36 0,-71 35-1,-34-17 1,-1-18 0,106-53-1,18 17 1,88-17 46,70-53-46,-52 36 0</inkml:trace>
  <inkml:trace contextRef="#ctx0" brushRef="#br0" timeOffset="8258.12">12929 4498 0,'0'0'0,"18"0"16,-18-35-1,71-89 1,-36 54-1,53-89 1,-53 71 0,1 17-1,-1-17-15,-18 35 16,36-88 0,-35 106 15,-18 17 0,18 141 63,-18 36-79,0-88 1,0 105 0,0-70-16,0-35 0,0-36 15,0 71 17,0-89-17,0 1 16,0 0-15,0-1 0,0 1-1,0-1 1,0 1 0</inkml:trace>
  <inkml:trace contextRef="#ctx0" brushRef="#br0" timeOffset="8803.45">13300 4604 0,'0'0'0,"70"0"47,36 0-31,-53 0-1,70 0 1,-87 0-16,17 0 15,0 0 1,-71 0 172</inkml:trace>
  <inkml:trace contextRef="#ctx0" brushRef="#br0" timeOffset="15898.82">2663 4022 0,'0'106'47,"0"140"-31,0-210-1,0 193 1,-17-17 0,-1-54-1,18-105 17,0-17-17,0-19 16,106-17 32,-71-17-47,-17 17-1,123-36 1,53 1-1,0-35 1,512 70 15,-230 0 1,-335 0-17,-18 0 1,389-53-1,-441 53 1,17-18 0,88 18-1,-52 0 1,-71 0 0,35 0-1,-18 0-15,-17 0 16,35 0-1,36 0 1,-36 0 0,-35 0-1,18 0 1,-19 0 0,1 0-16,0 0 15,71 0 1,-18 0-1,-89 18 1,89-1 15,-53-17-15,123 36 15,-123-36-31,-35 0 16,105 0 15,-70 0-31,159 35 31,-177-35 1,-52-35 108,-19-89-109,36-35 1,0 18-1,0 106-31,18-141 16,-18 140-1,0 1-15,0 0 16,0 17-1,0-17-15,18 17 16,-18-35 15,0 36-15,0-1 203</inkml:trace>
  <inkml:trace contextRef="#ctx0" brushRef="#br0" timeOffset="17960.3">3616 6509 0,'0'0'0,"18"-18"15,17 0 1,71-52 0,-71 35-16,18-36 15,88-70 1,-53 35-16,-70 53 16,70-70-1,0-54 1,-35 1-1,-18 53 1,-17 87 0,-18 19-1,0 34 79,0 19-78,0 281 15,0-264-15,0-18-16,35 71 15,-35-88 1,18 17-1,0-35 79,52-88-78,1 0-16</inkml:trace>
  <inkml:trace contextRef="#ctx0" brushRef="#br0" timeOffset="18916.99">5186 5380 0,'0'-18'31,"-18"18"1,-17 18-17,0 0-15,17-1 0,-35 18 16,-35 54-1,53-54 1,-18 0-16,17 36 16,1-1-1,35-17 1,0 0-16,0 0 16,0-18-1,0-17 1,0 0-1,124 34 17,-1 1-1,-70-53 0,18-17 0,-54-19-15,-17 19 0,0-36-1,0 35-15,0 1 16,0-19 0,0 19-1,-17 17-15,-36-36 16,0 36 15,-18-17-15,-17 17-1,17 0 1,54 17 15,-1 1 0,71-18 32,88 0-63</inkml:trace>
  <inkml:trace contextRef="#ctx0" brushRef="#br0" timeOffset="19368.98">5556 5627 0,'36'0'31,"-1"0"-15,18 35-16,-18 0 15,88 71 1,-34-35-16,-54-36 16,88 18-1,-105-18 1,0-35-16,-124-70 78,71-1-62</inkml:trace>
  <inkml:trace contextRef="#ctx0" brushRef="#br0" timeOffset="19866.3">5980 5644 0,'-18'0'32,"0"18"-17,-17 0-15,-124 158 31,53-105-15,89-71 0,-1 17-16,1-70 125</inkml:trace>
  <inkml:trace contextRef="#ctx0" brushRef="#br0" timeOffset="21210.99">6085 5521 0,'36'-35'32,"-72"70"-32,125-123 31,-54 53 0,0 17-15,-17 0-1,70 1 1,-70 17 0,-1 0-1,1 0 1,35 70-1,-53-52 1,53 35 0,-53-36-16,17 54 31,-17 88 0,-53-1 0,1 1 1,34-124-32,-53 71 31,1-35 0,52-71 32,18 17-48,-17 1 17,-1-36 46,36 18-63,-1-17 1,89-18 15,-88 35-15,-1 0 15,54 0-31,-1 35 31,107 0 1,-142 0-17,18-17 1,-35-18-16,-1 0 31,1 0 0,0 0 1,17-35-1,-35-1 0,0-52 0,-106-35 1,88 123-1</inkml:trace>
  <inkml:trace contextRef="#ctx0" brushRef="#br0" timeOffset="25769.94">7144 4657 0,'17'53'31,"-17"-18"-15,0 0-16,0 318 31,0-265-16,0-17 1,0 52 0,0-88-1,0-17 95,18-18-95,17 0 1,-17 0 0,35 0-16,-18 0 15,89 0 1,-1 0-1,-17 0-15,35 0 16,212 0 0,123-35-1,36 17 1,-265 1-16,-36-1 16,89 18-1,-194-18-15,-18 18 16,36-17-1,-19-1 1,-69 18-16,70-18 31,-89 18-15,1 0-16,17 0 16,-17 0 15,-18-35 31,-18 17-30,0 1-17,-70-301 16,53 212-15,17 18 0,-17-88-1,35 141 1</inkml:trace>
  <inkml:trace contextRef="#ctx0" brushRef="#br0" timeOffset="26803.91">7920 6297 0,'18'18'15,"17"-71"1,18-71-1,17-34 1,-34 105-16,-1-36 16,-18 19-1,1 35 1,0-1 0,-18 1-16,0 17 0,17 18 15,-17-52 1,18 34 31,17 36 46,-35 70-77,36 194 15,-19 18 1,-17-265-1,18-17 0,35-142 32,35 36-63</inkml:trace>
  <inkml:trace contextRef="#ctx0" brushRef="#br0" timeOffset="27753.91">8996 5574 0,'0'0'0,"-106"18"31,88-1-15,-70 36 0,0 18-1,-53 52 1,106-70-1,-54 70 1,89-87 0,0 17-1,0-36-15,0 1 16,18 0 0,35-1-1,-18 1-15,-17-18 16,52 18-1,-34-18 1,-19 0-16,36 0 0,-17 0 16,-19 0-16,1 0 15,17-18 32,-35-53-16,0 18 1,-18 18-1,1 35-15,-124-18-1,123 18 1,-53 0 15,54 0 0,52-17 63</inkml:trace>
  <inkml:trace contextRef="#ctx0" brushRef="#br0" timeOffset="28230.39">9049 5803 0,'17'0'32,"19"18"-17,52 52 1,-53-34-1,36 52 1,17-18 0,-53-17 15,-35-106 47</inkml:trace>
  <inkml:trace contextRef="#ctx0" brushRef="#br0" timeOffset="28738.51">9349 5821 0,'-36'0'32,"-34"35"-17,52 0-15,1-17 0,-72 70 47,36-53-31,36-17-1,17 0 32,17-18 0,1-36-31</inkml:trace>
  <inkml:trace contextRef="#ctx0" brushRef="#br0" timeOffset="29538.58">9472 5997 0,'0'0'0,"35"-35"15,-17 0 1,53-89 15,-54 89-31,18-36 16,-17 54-1,0-1 1,-18 0 15,0 1 1,17 17-1,1 0 31,0 70-46,-18 89 0,0 35-1,17-70 16,-17-89-15,0-17-16,18-1 125,0-34-62</inkml:trace>
  <inkml:trace contextRef="#ctx0" brushRef="#br0" timeOffset="30806.53">10195 5680 0,'0'-18'16,"-53"18"-1,18 0 1,35 18-16,-18-18 16,1 35-1,-1-17 1,1 17-1,17 18 1,0-36-16,-18 89 16,18-88-1,-18 35 1,18-18 0,0-17-1,0 70 16,0-70-15,0 17 15,18-35-15,0 0 0,-1 0-1,36 0 16,-35 0-15,52 0 0,54-53-1,-89 53-15,18-35 16,-53 17-16,0 0 78,-124-70-47,54 71 1,35 17-1,-1 0-16,19 0-15,-54 0 16,36 17 0,-18 18-1,35-17 1,18 0 46,0-1-30,36 1 15,-1-18-32</inkml:trace>
  <inkml:trace contextRef="#ctx0" brushRef="#br0" timeOffset="34337.07">10530 4604 0,'0'70'47,"0"160"-32,0-1 16,0-176 1,18-36 108,0-17-108,17 0-17,0 0-15,53 0 16,54 0-1,210 0 1,-158 0-16,159 0 16,-229 0-1,-89 0-15,0 18 16,-17-18-16,-1 0 16,54 0-1,0 0-15,34 18 16,-34-18-16,246 35 47,-228-17-47,-36-18 15,-1 17 1,37-17 31,-19 18-47,89-18 15,-106 0 1,-18 0-16,-17 0 16,-1 0 93,1-71 16,-18-70-94,-35-53 1,17 177 93</inkml:trace>
  <inkml:trace contextRef="#ctx0" brushRef="#br0" timeOffset="35414.83">11871 5821 0,'0'0'0,"88"-53"31,0-88-15,-70 88-1,17 18 1,-35 17-16,0 106 156,0-53-140,0 36-16,0 105 15,0-105 1,0 70 0,0-123-1,0 17 1,0-53 78</inkml:trace>
  <inkml:trace contextRef="#ctx0" brushRef="#br0" timeOffset="36622.87">12488 5556 0,'-17'0'31,"-1"0"-15,0 0-1,-17 0 1,0 36-16,0-1 15,-36 35 1,36-34-16,17 17 16,-17-18-1,35-18 1,0 1 0,0 0-1,0 52 1,0-34-1,88-1 1,-70-18 15,17-17-15,0 0 15,-17 0-15,-1 0 31,-17-70 15,0 52-46,0-17-1,0 17 17,-17 18 15,-1 0-16,-17 0 0,0 0-15,17 0-16,0 18 15,1-18 48,-1 0-48,0 0 1,1 0 0</inkml:trace>
  <inkml:trace contextRef="#ctx0" brushRef="#br0" timeOffset="37166.15">12665 5768 0,'17'0'16,"1"0"-1,17 18 1,1-1 0,105 89 15,-124-88-31,1-1 31,-53-52 32</inkml:trace>
  <inkml:trace contextRef="#ctx0" brushRef="#br0" timeOffset="37631.78">12859 5768 0,'-18'18'31,"36"-36"-31,-54 53 15,1-17-15,-18 70 32,18-70-17,17 35-15,1-53 47</inkml:trace>
  <inkml:trace contextRef="#ctx0" brushRef="#br0" timeOffset="38428.04">13282 5927 0,'18'-36'31,"-1"1"-15,36-18-1,124-176 1,-54 123-1,-88 53 1,36 18-16,-71 53 141,0 158-110,0 0-15,0-123-1,0 18-15,0 35 16,-18-54-16,1 19 15,-1 53 1,18-89-16,0-18 63,-53-17 62,-53 0-125</inkml:trace>
  <inkml:trace contextRef="#ctx0" brushRef="#br0" timeOffset="44878.18">16245 5362 0,'0'0'0,"53"0"32,88-17-1,159 17 0,124 88 0,-177-53 1,-195-17-1,-87-54 63</inkml:trace>
  <inkml:trace contextRef="#ctx0" brushRef="#br0" timeOffset="45376.3">17374 5327 0,'88'0'31,"-176"0"-31,265 53 32,-160-53-32,19 35 31,-36 18 0,0-35-31,0-1 16,-53 72-1,-159 16 17,53-69-1,142-36 0,70 0-15,88-18-1,-36-17 1,37-18 0</inkml:trace>
  <inkml:trace contextRef="#ctx0" brushRef="#br0" timeOffset="46190.8">19315 5574 0,'0'194'32,"0"-53"-17,0-53 1,0-70-16,0-1 47,0-87 15,0-36-46,17 36 15,54 17 0,-36 53 1,-17 17-1,88 265 0,-106-176 0,0-88-31,-36 70 32,36-17-1,0-54 31,53-105-30,-53-88-17</inkml:trace>
  <inkml:trace contextRef="#ctx0" brushRef="#br0" timeOffset="49259.81">20073 6191 0,'0'36'93,"0"105"-61,0-88-17,0-36 1,18 1-1,17-18 1,0 0-16,142 17 31,34-17 1,-193 0-17,17-17 32,18-54-31,-18 36-16,1-36 15</inkml:trace>
  <inkml:trace contextRef="#ctx0" brushRef="#br0" timeOffset="53541.91">20990 6315 0,'18'0'31,"70"0"0,-53 0-15,36 0 0,-53 0-1,17 0 1,-18 0 15,19-18 63,-1-17-94</inkml:trace>
  <inkml:trace contextRef="#ctx0" brushRef="#br0" timeOffset="54389.98">21643 6315 0,'53'0'32,"-36"-18"-17,1-17 1,0 35-1,-18-18 48,17 106 93,-17 36-140,18-54-1,-18 1 1,0-53-16,0-71 156</inkml:trace>
  <inkml:trace contextRef="#ctx0" brushRef="#br0" timeOffset="55474.8">21449 6368 0,'18'0'79,"34"0"-48,-16-36-31,17 19 31,-18-19 0,0 36 141,-17-17-141,-1 17 94</inkml:trace>
  <inkml:trace contextRef="#ctx0" brushRef="#br0" timeOffset="62501.73">9754 7602 0,'0'124'78,"0"299"-46,-53-158-17,36-142 1,17-105 15,17-18 32,248-318-32,-230 283-16,1 17 1,-19 18 47,71 0-32,159 159 0,-194-124 0,-53-52 32,36-124-48,-36-71 17,0-105-17,0 211 1,0 88 15,0 0 16,35 1-31</inkml:trace>
  <inkml:trace contextRef="#ctx0" brushRef="#br0" timeOffset="63073.41">10989 8079 0,'-18'0'32,"1"105"-1,52-34 0,88-36 0,1 1 1,-71-36-1,-71-53 0,-17-18-15</inkml:trace>
  <inkml:trace contextRef="#ctx0" brushRef="#br0" timeOffset="63422.74">11060 7743 0,'70'0'110</inkml:trace>
  <inkml:trace contextRef="#ctx0" brushRef="#br0" timeOffset="63953.53">11518 8008 0,'0'106'16,"0"-53"-1,0-18 1,0 194 0,-53 18-1,-35-123 16,53-107 1,-89-69-1,54-37-15,17-87-1,35 17 1</inkml:trace>
  <inkml:trace contextRef="#ctx0" brushRef="#br0" timeOffset="64557.06">11606 7567 0,'18'0'16,"0"0"-1,35 0 48,17 0-47,36 0-16</inkml:trace>
  <inkml:trace contextRef="#ctx0" brushRef="#br0" timeOffset="81325.06">3739 2240 0,'36'71'47,"-36"-36"-31,0 18-1,0 17 1,0 36-1,0 0 1,0-71-16,0 18 16,0 18-1,0-36 1,0 0 15,0-17-15,0 0 31,-71-18-32,18 0-15,-17-36 16,-54-34 0,107 52-16,-1 1 15,0-36 16,18-18-15,18 36 0,35-36-1,-18 54 1,71-36 15,-88 53-15,-1-18-1,1 18 79,-18-18-78</inkml:trace>
  <inkml:trace contextRef="#ctx0" brushRef="#br0" timeOffset="81816.73">3598 1923 0,'18'0'47,"17"0"0,1 17 31</inkml:trace>
  <inkml:trace contextRef="#ctx0" brushRef="#br0" timeOffset="82836.57">6844 2346 0,'18'-18'31,"-1"71"0,18 53 0,1-35 1,17-36-1,17-35 0,-52 0-31,17 0 31,0-18 1,-35-52-1,-88-1-16</inkml:trace>
  <inkml:trace contextRef="#ctx0" brushRef="#br0" timeOffset="83312.36">6844 1976 0,'0'-18'78</inkml:trace>
  <inkml:trace contextRef="#ctx0" brushRef="#br0" timeOffset="85086.66">4427 2540 0,'0'0'0,"106"0"16,-35 0-16,-1 18 15,54-1 1,-1 1-16,1 0 16,-1-1-1,107 1 1,-125-18-1,-52 0 1,-17 0-16,34 0 0,124 0 31,-123 0-15,-54 0-16,1 0 16,0 0-1,-1 0 1,1 0-1,17 0 1,-17 0-16,-1-18 78,-34 1-62,17-1-16</inkml:trace>
  <inkml:trace contextRef="#ctx0" brushRef="#br0" timeOffset="85587.49">6032 2364 0,'36'0'16,"-19"0"-16,19 0 15,52 70 1,0 1-1,-70-36 17,-18-17-1,0 52 0,0-52-15,-18 35-1,-17-36 1,0 1 0,17-18 15,-159 18 0,54-18-15,-159 0-1</inkml:trace>
  <inkml:trace contextRef="#ctx0" brushRef="#br0" timeOffset="86586.97">4992 1834 0,'88'-70'31,"-176"140"-31,247-140 16,-142 70 0,1 0 46,70 88-31,-88-53 1,0 18-1,0-35-31,0 0 31,0-1-31,-18-17 16,18 35-1,-17-17 1,-1 17 0,0-17 15,18 17-16,0-17 1,36 17 0,-36-17-1,70-1 1,-34-17 15,17 0-15,-36 0-16,142 0 31,-141 0 0,-1 0 32,-17-17-63</inkml:trace>
  <inkml:trace contextRef="#ctx0" brushRef="#br0" timeOffset="87074.27">5380 2434 0,'18'0'62,"52"35"16</inkml:trace>
  <inkml:trace contextRef="#ctx0" brushRef="#br0" timeOffset="95878.32">5168 9878 0,'0'0'0,"53"0"31,124 0 0,-142 0-15,106 0 0,-71 0-16,1 0 15,17 17 17,-70 1-17,-18 0 32,0-1-31,-18 19-16,-141 52 31,-158 106 0,264-177 0,71-17 16,88 0-15,-71 0-17,141 36 16,-105-19-15,-54-17 0,19 0-1,-19 0 48,-52-35-16</inkml:trace>
  <inkml:trace contextRef="#ctx0" brushRef="#br0" timeOffset="96587.27">6227 9437 0,'-53'0'78,"-141"247"-46,176-230-17,18 54 1,0-53-16,0 17 15,18-18 1,-1-17 0,1 0-16,-1 0 15,1 0 17,17 0-1,-17 0-16</inkml:trace>
  <inkml:trace contextRef="#ctx0" brushRef="#br0" timeOffset="97207">6403 9331 0,'0'0'0,"0"53"15,0 17 1,0-17-1,0-17-15,0-19 16,0 19 0,0-19 46,35-17-31</inkml:trace>
  <inkml:trace contextRef="#ctx0" brushRef="#br0" timeOffset="97746.09">6615 9313 0,'0'159'16,"-36"-18"15,1-88-15,-71 106-1,18-71 1,53-70 0,35-1-1,-18-17 79,0 0-78</inkml:trace>
  <inkml:trace contextRef="#ctx0" brushRef="#br0" timeOffset="98901.54">6403 9578 0,'35'18'31,"-17"-1"-15,-18 1-1,17-18 17,1 0 46,0 0-31,-1 0-32</inkml:trace>
  <inkml:trace contextRef="#ctx0" brushRef="#br0" timeOffset="99470.89">7020 9966 0,'36'0'0,"246"0"31,-176 53-16,52-53 1,-105 0 0</inkml:trace>
  <inkml:trace contextRef="#ctx0" brushRef="#br0" timeOffset="100148.28">7250 10248 0,'0'0'0,"70"0"16,36 0 0,-18 0-1,-70 0-15,17 0 16,-17 18 31,-1-18-16,1 0-15,53 17-1,-89-17 63,-53 0-46,54 0-17</inkml:trace>
  <inkml:trace contextRef="#ctx0" brushRef="#br0" timeOffset="103598.28">8661 9931 0,'0'123'78,"17"336"-47,1-353-15,-18-53 0,18-36 15,17-17 47,0-35-47,-17 35-31,-18-35 16,17 35 0,-17-18-16,36-17 15,-19-1 1,1 1-1,0 35 79,52 0-63,-35 35-15,71 71 15,-70-88-31,-1 0 16,0 34 0,0-16-1,-17-36 126,-36-194-110,18 0 0,-17-89 1,17 248-32,0-18 31,0 0 0,0 36 63,0-36-63,0 35 0,0 0 126</inkml:trace>
  <inkml:trace contextRef="#ctx0" brushRef="#br0" timeOffset="108711.52">9737 9560 0,'0'0'0,"0"18"15,-18 0 1,-17 52-1,17 18 1,18-70 0,0 0-1,0 34 1,0-34 0,0 17-1,0 36 1,35-36-1,1-35 1,-1 0 31,0 0-16,-17 0-15</inkml:trace>
  <inkml:trace contextRef="#ctx0" brushRef="#br0" timeOffset="109310.15">9895 9525 0,'18'123'16,"-18"-70"-1,0 53 1,0-88-1,0-1-15,18 19 16,17-19 0,18 1 15,-35 0-15,-1-18-1,36 0 1,-35 0-1,17 0 1</inkml:trace>
  <inkml:trace contextRef="#ctx0" brushRef="#br0" timeOffset="109928.77">9754 9719 0,'0'0'0,"18"0"16,0 0-1,-1 0 1,1 0-16,-1 0 47,1 0 0,0 0-32,-1 0 1,54 0-1,-71-35 64</inkml:trace>
  <inkml:trace contextRef="#ctx0" brushRef="#br0" timeOffset="110765.29">10089 9543 0,'0'35'79,"0"71"-48,0-71-16,0 36 17,0-36-1,-35 18-15,18-36-16,-72 54 31,72-53-31,-1 17 15,0-17 17,-17-54 93,0-34-110</inkml:trace>
  <inkml:trace contextRef="#ctx0" brushRef="#br0" timeOffset="114451.76">10707 10336 0,'-35'0'47,"17"0"-32,0 0 17,-52 0-17,17 18-15,-106 158 47,124-123-16,17-35-15,18 0 15,35-1 16,36 1-16,-53-18-15,-1 0 0,1 0-16,0 0 15,-1 0 1,18-18-1,1-17 1,-1 0-16,0-1 16,-17 19-1,17-18-15,-17 35 32,-18-53-1,-18 35-31,1 18 15,-19-18 1,19 18 47,17-35 62,0 17-79,17 18 33,89 124-48,53 17 0,-53-88 0,-106-35-31,17-18 32,54 35-1,-54-35 16,-17-18 15,-52-158-46</inkml:trace>
  <inkml:trace contextRef="#ctx0" brushRef="#br0" timeOffset="115777.25">11183 9790 0,'0'17'172,"0"18"-141,0-17-15,0 70 0,0-52-1,0 34 1,53 18-1,-35-52 1,52 34 0,-52-52-16,17 17 15,-17-17 1,-1-18 15</inkml:trace>
  <inkml:trace contextRef="#ctx0" brushRef="#br0" timeOffset="116901.77">11748 10072 0,'35'0'31,"18"-35"-15,0-89 15,-53 89-15,0 17-1,0-17 1,-18 17 15,0 18-15,1 0 62,17 71-62,0-18-1,0 17 1,0-34-1,88 69 1,-18-52 15,-34-35 1,-19-18-1,-17-53 47</inkml:trace>
  <inkml:trace contextRef="#ctx0" brushRef="#br0" timeOffset="117335.81">12153 10037 0,'35'0'31,"-17"0"-15,17 0 0,-17 0-1,35 0 1,17 0-1,-52 0 32,0 0-31,-1 0-16,-17-18 31</inkml:trace>
  <inkml:trace contextRef="#ctx0" brushRef="#br0" timeOffset="118029.97">12647 10019 0,'53'0'31,"-106"0"-31,124-35 0,-36-18 0,-17 35 15,-1 0 1,1-17 0,-18 17 31,17 89 124,1 17-155,0-35 0,-18 0-1,0-35 17</inkml:trace>
  <inkml:trace contextRef="#ctx0" brushRef="#br0" timeOffset="118568.39">12982 9666 0,'0'0'0,"71"124"15,-1-36-15,-52-53 16,35 71-1,-35-71-15,-1 18 32,-17-35-17,-17 70 1,-72 53 0,-16-17-1,52-89 1,17-18 15,19-17 0,-19 0-15,19 0 0,-1-52-1</inkml:trace>
  <inkml:trace contextRef="#ctx0" brushRef="#br0" timeOffset="120024.06">13776 10160 0,'0'0'0,"53"229"46,-53 1-14,0-107-1,0-52-15,0-54 15,-18-34 31</inkml:trace>
  <inkml:trace contextRef="#ctx0" brushRef="#br0" timeOffset="120730.7">13564 10460 0,'0'0'0,"18"0"15,17 0 1,106-18 15,-105 18-31,87 0 16,-52 0-16,-36 0 15,53 0 1,-70 0 31,-1 0-32,1 0 1,35 0 15,-35 0-15,17 0 0,-17 0-1,-1 0 32</inkml:trace>
  <inkml:trace contextRef="#ctx0" brushRef="#br0" timeOffset="121551.74">14693 9737 0,'0'123'16,"0"-52"-1,0 176 1,18 17 15,-18-211-15,35 0-1,36 35 1,-36-52 15,0-36-15,0 17-16,89 1 31,-71-18-15,70-35-1,-105-18 17,-18 17-17,0-17 1,-71-52 0,-87 16 15,52 19-16,-71 35 1,36 17 0,124 18 15,-1 0-15,0 0-1,-17 106 1,35-89-1,18 1 48,176-53-47,0-18-16</inkml:trace>
  <inkml:trace contextRef="#ctx0" brushRef="#br0" timeOffset="122056.25">15575 9737 0,'0'0'0,"-88"229"16,70-141-16,-17-17 15,35-36-15,0 0 0,0 1 16,0-1-1,0-18 1,18 1-16,-1-18 31,1 0-15,17-18 0,-17-87-1</inkml:trace>
  <inkml:trace contextRef="#ctx0" brushRef="#br0" timeOffset="122584.73">15946 9860 0,'0'0'0,"0"106"16,0 0 0,0-71-1,17 0 1,18-17 0,-17 0-16,17-1 31,-17-17-16,53 0 17,-54 0-1,-17-35-15,-17 0-1,-107-89 1</inkml:trace>
  <inkml:trace contextRef="#ctx0" brushRef="#br0" timeOffset="123787.26">15840 9931 0,'35'17'32,"-70"-34"-32,88 34 15,-18-17 16,35 0 1,-17 0-32,-17 0 15,-1 0 1,-17 0 109,-36 0 0</inkml:trace>
  <inkml:trace contextRef="#ctx0" brushRef="#br0" timeOffset="124355.01">16298 9754 0,'36'106'15,"-72"-212"-15,72 300 16,-36-158 0,53 52-1,-53-53-15,0 36 16,0 34 0,-36 37-1,1-107 1,17 0-1,-35 0-15,18-17 16,-88 35 15,105-35-15,0-18 46,1 0-46</inkml:trace>
  <inkml:trace contextRef="#ctx0" brushRef="#br0" timeOffset="134161.51">4516 9155 0,'-53'247'31,"17"35"-15,19-106-16,-19 18 16,-87 230-1,52-213-15,-105 354 31,123-407 1,53-140-1,0 0 78,124-18-77,158 0-1,-18 0 0,-123 0-15,495 0-1,-354 0 1,494 0 0,194-18-1,-88-35 1,-141 35-1,-441 1-15,-53-1 16,264 18 0,336-35-1,-512 35 1,600-18 0,-635 18-1,194-17 1,-283-1-1,389-17 1,-194 35 0,70 0-1,0-36 1,-70 36 0,-18-17-1,-71 17 1,-17 0-1,-141 17 1,388 19 0,-353-19-1,-18-17-15,-17 0 16,0 0 0,-106 18-16,-53-124 218,0 71-202,0-36-16,0-35 16,0-88-16,0-17 15,0-19-15,0 19 16,0-124-1,-18 317 157,0 18-156,1 0 0</inkml:trace>
  <inkml:trace contextRef="#ctx0" brushRef="#br0" timeOffset="158028.17">7708 2999 0,'18'0'172,"-18"17"-47,17 1-109,1 17 0,0 36-1,17 17 1,-17-18-16,-18-34 15,35 52 1,-35-53 0,0-17 15,0 17 0,0-17 0,18-18 79,-1 0-63,1-18-32,0 0 1,17 1 15,0-36-15,-17 53-1,-1-18 64,1 18-64,17 0 1,89 53 15,-107-35-31,36 35 31,-35-36-15,0 1 0,-36-36 77,-17-35-77,17 1 15,-17-107 0,35 124-31,-53-195 32,53 195-17,0-18 1,35-53 0,-17 89-1,-1-19 1,1 1-16,0 17 31,-1-17-15,-17 17-1,71 1 110,17 34-125</inkml:trace>
  <inkml:trace contextRef="#ctx0" brushRef="#br0" timeOffset="159349.6">11377 3016 0,'18'0'31,"17"36"-16,0-1-15,-17-35 16,0 70 0,17 19-1,0 16 1,-17-34 0,-18-53 46,17-1-31,1-52 47,35-53-46,-18 52-17,-17 1 1,0 0-16,-1 17 31,1 18 32,35 18-48,0 17 1,-36 0 0,54 36-1,-36-53 1,0-1-1,1 36 1,-72-141 78,-17-53-79,53 35-15,-35-141 32,35 194-17,0 18-15,0 17 32,0 1-1,0-1 0,53-17 0,-71 35 47,-52 35-62</inkml:trace>
  <inkml:trace contextRef="#ctx0" brushRef="#br0" timeOffset="161108.1">7320 3792 0,'0'0'32,"18"0"-17,17-17 1,124-19 31,-53 36-32,158-35 1,-140 18 0,105-1-1,0 0 1,-141 1-16,36 17 15,88-18 1,17-17 0,-211 35-1,52 0 1,-17 0 0,88 17-1,-88-17-15,0 0 16,35 36-1,-70-19 1,35 1 0,0-18 31,-71 0 124,-70 0-155</inkml:trace>
  <inkml:trace contextRef="#ctx0" brushRef="#br0" timeOffset="161902.24">9490 3475 0,'0'0'0,"53"0"16,-36 0 0,54 0-1,-54 35-15,19-35 16,-36 18 15,17-18 16,1 17-31,-18 1-1,0 0 1,0-1 15,-18 19 0,1-19-15,-1 1-16,18 17 47,-18-35 15</inkml:trace>
  <inkml:trace contextRef="#ctx0" brushRef="#br0" timeOffset="162822.26">11060 3651 0,'17'0'47,"36"0"-31,88 0-1,0 0 1,-35-17-16,35 17 16,177 0-1,-177 0-15,-18 0 16,-17-18-16,-71 18 15,36 0 1,53 0 31,87 0-16,19 0 0,-125 0-15,-69 0 0,-1 0-1,-53 0 142,-17 0-126</inkml:trace>
  <inkml:trace contextRef="#ctx0" brushRef="#br0" timeOffset="163705.06">12982 3492 0,'0'0'0,"36"0"31,-1 0-15,-18 0 15,36 18 0,-17 0 0,-19-18 63,-17 53-63,-17 17-15,-1-70-16,0 18 16,1 0 15,-19 34 94,19-34-78,-18-18 15,17 0-46</inkml:trace>
  <inkml:trace contextRef="#ctx0" brushRef="#br0" timeOffset="102461.36">8414 3316 0,'17'0'47,"1"18"-16,0-18-31,-1 0 47,1 0 31,17-36-47,-17 19-15,-18-18 15</inkml:trace>
  <inkml:trace contextRef="#ctx0" brushRef="#br0" timeOffset="103944.84">12347 3298 0,'18'18'63,"35"35"-48,-36-53 1,1 18-1,0-18 32,-1 0-31,1 0 0,0-71-1,-18 53 16,0 1 1</inkml:trace>
  <inkml:trace contextRef="#ctx0" brushRef="#br0" timeOffset="106222.88">11853 2558 0,'-53'0'16,"18"0"-1,-53 0 1,-18 0 0,-70 17-1,-71 19 1,176-1 0,-17 0-16,-18 53 15,36-17 1,-19-18-1,37 0-15,-37 17 16,36-34 0,36 16-1,-1-16-15,1 34 16,17 177 15,0-159-15,88 54-1,0-1 1,265 194 15,-53-159 1,70-105-1,89-89 0,-301-17-15,-122-18-1,52-18 1,-53 36-16,0-18 16,36-106-1,-53 106-15,17-17 0,0-36 16,-17 0-1,-1-17-15,1 17 16,-18-53 0,0 106-16,0-17 15,0-89 1,0 18 0,0 70-1,-35-17-15,-1-18 16,-105-70-1,106 123-15,17 35 16,-17-17 0,0 17-1,-36 18 1,36 0 0,-124 106-1,142-88 1,-19 0-1</inkml:trace>
  <inkml:trace contextRef="#ctx0" brushRef="#br0" timeOffset="107709.66">8220 2417 0,'-18'0'63,"-17"0"-48,0 0-15,-89 105 32,-88 72-1,142-107-16,-230 389 17,106-230-1,194-211-15,0 35-16,35 194 31,-17-212-16,88 159 17,-53-159-17,0 1 1,88-89 15,-88 53-15,17 0-16,-35 0 15,301-141 17,-54-36-17,-35 1 1,-124 88 0,-17-177 15,-88-35 0,-18 0 0,0 89 1,-18 122-1,18 72-31,0-1 15,-159 0 17,-17 18-1,-89 89 0,54-19 0,-89 89 1,53-53-1,212-89-15,17-17-1</inkml:trace>
  <inkml:trace contextRef="#ctx0" brushRef="#br0" timeOffset="110074.82">12400 1799 0,'-35'0'93,"-265"0"-61,-17-88-1,105 70-16,-106-52 17,-34 35-1,263 35-31,19 0 16,-54 0-1,89 0 1,0 0-1,17 17-15,1-17 16,-19 0 0,-17 0-1,-70 0 17,105 0-1</inkml:trace>
  <inkml:trace contextRef="#ctx0" brushRef="#br0" timeOffset="110995.21">10460 1358 0,'-53'35'47,"-35"1"-32,52-1-15,-16 0 16,-54 18-1,35-35-15,36 17 16,0-17 0,-1 17-1,19-35-15,-1 18 16,36-1 125,35 19-126,141 34 16,-177-70 1,36 0 15,53 71-16,-53-36 0,-35-35 0</inkml:trace>
  <inkml:trace contextRef="#ctx0" brushRef="#br0" timeOffset="137855.51">13000 2787 0,'18'0'125,"-18"18"-62,0-1-48,0 1-15,0 0 0,0-1 16,0 36 0,0-18-16,-18-17 15,18 35 1,-35 17 0,17-52-1,0 0 1,18-1-16,0 1 15,-17 0 32,17 17-15,-18-17-17,-17 34 1,35-16-1,0-19 32,0 1-15,0 17-1</inkml:trace>
  <inkml:trace contextRef="#ctx0" brushRef="#br0" timeOffset="138545.49">12753 3210 0,'18'53'31,"34"53"-15,-52-53-1,0 0 1,18-36-16,17-17 109,18 0-77,0-52-1,-35 34 0,-18-70 79</inkml:trace>
  <inkml:trace contextRef="#ctx0" brushRef="#br0" timeOffset="139458.37">13159 2593 0,'0'-18'15,"0"1"1,0-1-1,0-35 1,-36-35 0,19 70-1,-36-70 1,53 53 0,-18 17-1,1-52 1,-1-19-1,-35-122 1,35 140 0,-17-52-1,17 87 1,1 1 0,-1 0-1</inkml:trace>
  <inkml:trace contextRef="#ctx0" brushRef="#br0" timeOffset="140626.37">12841 1482 0,'-18'53'62,"-34"105"-46,52-105-16,-18-17 16,0 16-1,18-16-15,0-19 47,0 1-31,-17 0-16,17-36 156,0-53-140,0-34-1,0 69 1,17-69-1,1 52 1,0 17 0,17-17-1,-35 36-15,17 17 125,1 0-93,0 0-17,52 0 16,-34 35-15,-1 0-16,35 18 16,-34-17-1,-36-19-15,17 1 16,1-1 15</inkml:trace>
  <inkml:trace contextRef="#ctx0" brushRef="#br0" timeOffset="178906.07">13106 2399 0,'-36'0'16,"19"18"30,-1-1-14,-70 124-17,70-123 1,1 17 0,-19 36-1,19-36-15,-1 0 31,18-17 1,0 17-1,18 1-15,-1-19-1,36 18 1,-35 1-16,0-36 15,-1 0-15,19 0 16,-19 0 0,18 0-1,-17 0 1,17 0 0,-17 0-1,0 0-15,-1 0 31,1 0 16,0 0-15,17 0-1,0-88 0,-35 52-15,18 1-1,-1-18 1,-17 35 0,0 1-16,-70-213 187,-36 230-156,0-17 1,-17-1-1,87 18-31,-17 0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2-22T12:45:58.08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13159 2522 0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2-22T12:33:52.27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12277 11483 0,'35'0'0,"-70"0"0,-1 0 16,-122 0 0,52 0-16,53 0 15,-265 0 1,195 0-1,-159 53 1,17 53 0,18 17-1,141-52-15,1-1 16,-160 107 0,230-107-1,-54 54 1,54-71-16,18 35 47,17 71-16,0-89-31,70 54 31,1-72-15,-18 1-1,17 0 17,-52-53 202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9EE9B-3A37-49C7-BCBA-DC171864EB4C}" type="datetimeFigureOut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noProof="0"/>
              <a:t>Edytuj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B8C62-9C12-4CA2-96F0-A82CCBC62517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5407685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1856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noProof="0" smtClean="0"/>
              <a:t>4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867347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737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1AC4A13-6481-4582-BB79-BD37D717FC3D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126CB1-8836-400C-BDC9-63CBEDEFC2F1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952AD2F-DA0D-4B17-B21C-D1AC8B4F6BF8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E29DE5-1812-409B-B8B8-0FCC7A6D52B1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ytuł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9E7E41-9F32-4816-BD05-9340B0A7EE1B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3FDA14-82E4-4BF6-AB70-0197ACE7F77C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7" name="Prostokąt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ytuł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F84CDE-0CF0-4C5E-BA81-D20246B34F18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AFEEB41-A20A-4A13-BC55-A14827256CE1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4FFC71-8BDC-45C1-85DF-3FC3E495FD5C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ytuł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01027C-9DB6-4116-9FAC-66CDDD9EA9F1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ytuł pionowy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D0C6CF4-3DE5-43CE-B2CF-4EE7006E4780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802632-68F5-43AC-8124-047E67D8453D}" type="datetime1">
              <a:rPr lang="pl-PL" noProof="0" smtClean="0"/>
              <a:t>22.02.2026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9" name="Prostokąt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Prostokąt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Prostokąt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Prostokąt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7" name="Obraz 6" descr="Połączenia cyfrowe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a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Prostokąt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9" name="Prostokąt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0" name="Prostokąt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  <p:sp>
        <p:nvSpPr>
          <p:cNvPr id="22" name="Prostokąt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l-PL" sz="4500" dirty="0" err="1">
                <a:solidFill>
                  <a:schemeClr val="bg1"/>
                </a:solidFill>
              </a:rPr>
              <a:t>DeEP</a:t>
            </a:r>
            <a:r>
              <a:rPr lang="pl-PL" sz="4500" dirty="0">
                <a:solidFill>
                  <a:schemeClr val="bg1"/>
                </a:solidFill>
              </a:rPr>
              <a:t> NETWORKS – propagacja + BP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pl-PL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AB9EC6EB-20B4-47D9-B377-8AB3F9EDF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41F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cheme of neural networks with signatures. Input, hidden and output layers, fully connected and partially connected layers.">
            <a:extLst>
              <a:ext uri="{FF2B5EF4-FFF2-40B4-BE49-F238E27FC236}">
                <a16:creationId xmlns:a16="http://schemas.microsoft.com/office/drawing/2014/main" id="{9E49E7B8-57F4-6ACA-8974-5DC0111D2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7" r="1" b="26901"/>
          <a:stretch>
            <a:fillRect/>
          </a:stretch>
        </p:blipFill>
        <p:spPr bwMode="auto">
          <a:xfrm>
            <a:off x="643467" y="643467"/>
            <a:ext cx="1090506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1D6CD10-98FC-4295-B0E3-77908B8EC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9C9B7FB-E189-3448-B41A-17B40A6CCC26}"/>
                  </a:ext>
                </a:extLst>
              </p14:cNvPr>
              <p14:cNvContentPartPr/>
              <p14:nvPr/>
            </p14:nvContentPartPr>
            <p14:xfrm>
              <a:off x="8261280" y="1028880"/>
              <a:ext cx="2845080" cy="66708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9C9B7FB-E189-3448-B41A-17B40A6CCC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1920" y="1019520"/>
                <a:ext cx="2863800" cy="68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2709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E7B078C-258A-F706-4BCA-5C2BCB654644}"/>
                  </a:ext>
                </a:extLst>
              </p14:cNvPr>
              <p14:cNvContentPartPr/>
              <p14:nvPr/>
            </p14:nvContentPartPr>
            <p14:xfrm>
              <a:off x="946080" y="488880"/>
              <a:ext cx="6896520" cy="363276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E7B078C-258A-F706-4BCA-5C2BCB6546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6720" y="479520"/>
                <a:ext cx="6915240" cy="36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1755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oprogramowanie, Ikona komputerowa">
            <a:extLst>
              <a:ext uri="{FF2B5EF4-FFF2-40B4-BE49-F238E27FC236}">
                <a16:creationId xmlns:a16="http://schemas.microsoft.com/office/drawing/2014/main" id="{6A278E0A-8280-E3EC-6E2C-1B24412E7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81" t="38935" r="34032" b="45461"/>
          <a:stretch>
            <a:fillRect/>
          </a:stretch>
        </p:blipFill>
        <p:spPr>
          <a:xfrm>
            <a:off x="924232" y="1081548"/>
            <a:ext cx="5214116" cy="1415845"/>
          </a:xfrm>
          <a:prstGeom prst="rect">
            <a:avLst/>
          </a:prstGeom>
        </p:spPr>
      </p:pic>
      <p:pic>
        <p:nvPicPr>
          <p:cNvPr id="5" name="Obraz 4" descr="Obraz zawierający tekst, zrzut ekranu, oprogramowanie, Ikona komputerowa">
            <a:extLst>
              <a:ext uri="{FF2B5EF4-FFF2-40B4-BE49-F238E27FC236}">
                <a16:creationId xmlns:a16="http://schemas.microsoft.com/office/drawing/2014/main" id="{1F293998-DC7D-25A1-1477-A84638367B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000" t="18830" r="32016" b="46662"/>
          <a:stretch>
            <a:fillRect/>
          </a:stretch>
        </p:blipFill>
        <p:spPr>
          <a:xfrm>
            <a:off x="6571967" y="1710812"/>
            <a:ext cx="5315233" cy="2989007"/>
          </a:xfrm>
          <a:prstGeom prst="rect">
            <a:avLst/>
          </a:prstGeom>
        </p:spPr>
      </p:pic>
      <p:pic>
        <p:nvPicPr>
          <p:cNvPr id="7" name="Obraz 6" descr="Obraz zawierający tekst, zrzut ekranu, oprogramowanie, numer">
            <a:extLst>
              <a:ext uri="{FF2B5EF4-FFF2-40B4-BE49-F238E27FC236}">
                <a16:creationId xmlns:a16="http://schemas.microsoft.com/office/drawing/2014/main" id="{3EEEF42D-F3B4-28DE-2B6F-C89724F322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323" t="42836" r="26371" b="28207"/>
          <a:stretch>
            <a:fillRect/>
          </a:stretch>
        </p:blipFill>
        <p:spPr>
          <a:xfrm>
            <a:off x="437379" y="3854245"/>
            <a:ext cx="6061744" cy="2462981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FCFCE6A2-E114-8212-1D5C-B2577B1EA239}"/>
              </a:ext>
            </a:extLst>
          </p:cNvPr>
          <p:cNvSpPr txBox="1"/>
          <p:nvPr/>
        </p:nvSpPr>
        <p:spPr>
          <a:xfrm>
            <a:off x="6725265" y="54778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 err="1"/>
              <a:t>Forward</a:t>
            </a:r>
            <a:r>
              <a:rPr lang="pl-PL" dirty="0"/>
              <a:t> </a:t>
            </a:r>
            <a:r>
              <a:rPr lang="pl-PL" dirty="0" err="1"/>
              <a:t>propagation</a:t>
            </a:r>
            <a:r>
              <a:rPr lang="pl-PL" dirty="0"/>
              <a:t> to budowanie rzeczywistości.</a:t>
            </a:r>
            <a:br>
              <a:rPr lang="pl-PL" dirty="0"/>
            </a:br>
            <a:r>
              <a:rPr lang="pl-PL" dirty="0" err="1"/>
              <a:t>Backpropagation</a:t>
            </a:r>
            <a:r>
              <a:rPr lang="pl-PL" dirty="0"/>
              <a:t> to rozliczanie odpowiedzialności.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BB87862-45D9-6DDA-A337-130E9C18E3AD}"/>
                  </a:ext>
                </a:extLst>
              </p14:cNvPr>
              <p14:cNvContentPartPr/>
              <p14:nvPr/>
            </p14:nvContentPartPr>
            <p14:xfrm>
              <a:off x="4737240" y="907920"/>
              <a:ext cx="360" cy="36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BB87862-45D9-6DDA-A337-130E9C18E3A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27880" y="8985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9474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0C97E5C-C165-417B-BBDE-6701E226B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5D0E1C6-221C-4835-B0D4-24184F6B6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E8AD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98F2782-0AD1-4AB6-BBB8-3BA1BB416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rchitecture of training. The arrow indicates the backward pass when... |  Download Scientific Diagram">
            <a:extLst>
              <a:ext uri="{FF2B5EF4-FFF2-40B4-BE49-F238E27FC236}">
                <a16:creationId xmlns:a16="http://schemas.microsoft.com/office/drawing/2014/main" id="{7C8FEC8A-DDA1-776E-4B7C-122C2F43C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2294" y="1123527"/>
            <a:ext cx="8527407" cy="46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9F9D7A7-D1C9-ED1D-9FBA-D048F31A267F}"/>
                  </a:ext>
                </a:extLst>
              </p14:cNvPr>
              <p14:cNvContentPartPr/>
              <p14:nvPr/>
            </p14:nvContentPartPr>
            <p14:xfrm>
              <a:off x="3613320" y="4133880"/>
              <a:ext cx="819360" cy="520920"/>
            </p14:xfrm>
          </p:contentPart>
        </mc:Choice>
        <mc:Fallback xmlns=""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9F9D7A7-D1C9-ED1D-9FBA-D048F31A26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3960" y="4124520"/>
                <a:ext cx="838080" cy="53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2708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oprogramowanie, Strona internetowa">
            <a:extLst>
              <a:ext uri="{FF2B5EF4-FFF2-40B4-BE49-F238E27FC236}">
                <a16:creationId xmlns:a16="http://schemas.microsoft.com/office/drawing/2014/main" id="{387AA99E-EAA2-7050-ECD0-0D3936316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83" t="28132" r="35565" b="24606"/>
          <a:stretch>
            <a:fillRect/>
          </a:stretch>
        </p:blipFill>
        <p:spPr>
          <a:xfrm>
            <a:off x="924234" y="1661652"/>
            <a:ext cx="4672756" cy="4100052"/>
          </a:xfrm>
          <a:prstGeom prst="rect">
            <a:avLst/>
          </a:prstGeom>
        </p:spPr>
      </p:pic>
      <p:pic>
        <p:nvPicPr>
          <p:cNvPr id="5" name="Obraz 4" descr="Obraz zawierający tekst, zrzut ekranu, oprogramowanie, Ikona komputerowa">
            <a:extLst>
              <a:ext uri="{FF2B5EF4-FFF2-40B4-BE49-F238E27FC236}">
                <a16:creationId xmlns:a16="http://schemas.microsoft.com/office/drawing/2014/main" id="{02F95477-8820-352F-51A1-FB4FDAE37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99" t="33383" r="31291" b="19055"/>
          <a:stretch>
            <a:fillRect/>
          </a:stretch>
        </p:blipFill>
        <p:spPr>
          <a:xfrm>
            <a:off x="6096000" y="1619865"/>
            <a:ext cx="5250425" cy="398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25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tekst, zrzut ekranu, oprogramowanie, Strona internetowa">
            <a:extLst>
              <a:ext uri="{FF2B5EF4-FFF2-40B4-BE49-F238E27FC236}">
                <a16:creationId xmlns:a16="http://schemas.microsoft.com/office/drawing/2014/main" id="{103B4A84-D31C-04FA-45D5-910D6A2496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29" t="17029" r="34355" b="56414"/>
          <a:stretch>
            <a:fillRect/>
          </a:stretch>
        </p:blipFill>
        <p:spPr>
          <a:xfrm>
            <a:off x="649600" y="2448231"/>
            <a:ext cx="4777807" cy="2310581"/>
          </a:xfrm>
          <a:prstGeom prst="rect">
            <a:avLst/>
          </a:prstGeom>
        </p:spPr>
      </p:pic>
      <p:pic>
        <p:nvPicPr>
          <p:cNvPr id="7" name="Obraz 6" descr="Obraz zawierający tekst, zrzut ekranu, oprogramowanie, Strona internetowa">
            <a:extLst>
              <a:ext uri="{FF2B5EF4-FFF2-40B4-BE49-F238E27FC236}">
                <a16:creationId xmlns:a16="http://schemas.microsoft.com/office/drawing/2014/main" id="{1355B067-22A1-63E3-36AE-6862EB8AC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44" t="48837" r="35565" b="20405"/>
          <a:stretch>
            <a:fillRect/>
          </a:stretch>
        </p:blipFill>
        <p:spPr>
          <a:xfrm>
            <a:off x="6611116" y="2625213"/>
            <a:ext cx="4931284" cy="283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2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Prostokąt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5" name="Obraz 4" descr="Liczby cyfrowe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Prostokąt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14" name="Grupa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Prostokąt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6" name="Prostokąt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7" name="Prostokąt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ywidend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Technologia — projekt Dywidenda</Template>
  <TotalTime>34</TotalTime>
  <Words>21</Words>
  <Application>Microsoft Office PowerPoint</Application>
  <PresentationFormat>Panoramiczny</PresentationFormat>
  <Paragraphs>5</Paragraphs>
  <Slides>8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Wingdings 2</vt:lpstr>
      <vt:lpstr>Dywidenda</vt:lpstr>
      <vt:lpstr>DeEP NETWORKS – propagacja + BP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Albiniak</dc:creator>
  <cp:lastModifiedBy>Marcin Albiniak</cp:lastModifiedBy>
  <cp:revision>2</cp:revision>
  <dcterms:created xsi:type="dcterms:W3CDTF">2026-02-22T10:52:28Z</dcterms:created>
  <dcterms:modified xsi:type="dcterms:W3CDTF">2026-02-22T12:51:26Z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