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A465C-2EBE-426B-827C-21EEE53102F6}" type="datetimeFigureOut">
              <a:rPr lang="pl-PL" smtClean="0"/>
              <a:t>22.03.2026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03621-7662-4D66-BCFA-2FADE12B78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412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3621-7662-4D66-BCFA-2FADE12B782A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712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F18943-6FBF-C677-E077-3EBF4DCB8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D6C46C3-1ABF-5D6B-322A-6F2B11DE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F9458D4-946C-FE4E-E260-4B3FF1ED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C21F4-32CF-470C-ACF8-C4B333A045F9}" type="datetimeFigureOut">
              <a:rPr lang="pl-PL" smtClean="0"/>
              <a:t>22.03.2026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F88C6E3-0253-1E01-E907-133CE40C9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2F5B10D-6EC6-E36D-C916-46EAEEE6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8B49F-B26A-4368-8D79-95BAA01641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4777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989EF0-9A1F-9C4F-CB87-2E25DFB7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FF479E-823B-F930-6597-1F8D91209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8F1E3B8-AF4F-0EEE-C354-38545FFA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C21F4-32CF-470C-ACF8-C4B333A045F9}" type="datetimeFigureOut">
              <a:rPr lang="pl-PL" smtClean="0"/>
              <a:t>22.03.2026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57AED32-C718-0D16-ED39-FC9CE3F4D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F235BBF-FEA5-E567-D06D-495FC949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8B49F-B26A-4368-8D79-95BAA01641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9451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7CC649-9EC1-351B-E16C-37ED6D80E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0E8B9B0-5BA5-FDE9-2A53-660E738CD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F7706DA-2444-C711-5D37-42C2F1A0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C21F4-32CF-470C-ACF8-C4B333A045F9}" type="datetimeFigureOut">
              <a:rPr lang="pl-PL" smtClean="0"/>
              <a:t>22.03.2026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5239032-EDBD-4022-0FE0-66E4D9E92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9A1BEFF-F03F-751F-7C0B-1B56ABDE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8B49F-B26A-4368-8D79-95BAA01641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861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F18BF5-A95B-0673-E053-E5A40012D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C553566-408F-0426-960C-35E9B2D50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D364830-464F-8585-B766-820D8E164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AF92BF9-508B-456B-9B87-3FDD0259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C21F4-32CF-470C-ACF8-C4B333A045F9}" type="datetimeFigureOut">
              <a:rPr lang="pl-PL" smtClean="0"/>
              <a:t>22.03.2026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A1FAF75-ADC9-9338-C637-0F24EE5FC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3F294BC-7062-AD9E-E277-F64C1612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8B49F-B26A-4368-8D79-95BAA01641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5055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036857F-064E-4547-CD62-F485412C4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7FDF8F3-7F36-D88F-8CB2-3900521F6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0F9C9AB-B0D1-F82E-AFE8-01448B04D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C29667EA-EEE9-310F-6336-102148088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315E7F3-D84B-EB0E-0FA1-406BB07D9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B519227-89A2-D61A-B2A6-4B4B548AD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C21F4-32CF-470C-ACF8-C4B333A045F9}" type="datetimeFigureOut">
              <a:rPr lang="pl-PL" smtClean="0"/>
              <a:t>22.03.2026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1A52569-0EF6-B029-3E74-9809764E2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26285D9-639A-F478-E75B-0508E93F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8B49F-B26A-4368-8D79-95BAA01641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459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C163603-3129-5F55-0CE9-1A543003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4A607AF-04A1-C0C9-A0A4-090723DC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C21F4-32CF-470C-ACF8-C4B333A045F9}" type="datetimeFigureOut">
              <a:rPr lang="pl-PL" smtClean="0"/>
              <a:t>22.03.2026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AA3FD776-392B-162C-3CA8-BAB3AF274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80EAF9D-ACD9-FC3F-6F5D-F994D16A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8B49F-B26A-4368-8D79-95BAA01641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4121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03E36AD-6860-E383-2857-3635E8889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C21F4-32CF-470C-ACF8-C4B333A045F9}" type="datetimeFigureOut">
              <a:rPr lang="pl-PL" smtClean="0"/>
              <a:t>22.03.2026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5D4651C-06FB-510A-8D69-D7EB11ADE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28D29CA-7ACA-5447-49B5-5E7C6161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8B49F-B26A-4368-8D79-95BAA01641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964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02E7D5-F64C-9896-2E8F-6F5C41F1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C8A394A-9FBE-3577-580D-10EE295B0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E84C36D-F737-2CD9-0F12-EA46CC807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0EE780D-5FF1-29E9-28BE-0B484CCA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C21F4-32CF-470C-ACF8-C4B333A045F9}" type="datetimeFigureOut">
              <a:rPr lang="pl-PL" smtClean="0"/>
              <a:t>22.03.2026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775F146-FA94-18C8-5AE7-A0616115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DD41EA9-1398-9EA8-0560-B67C8CE00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8B49F-B26A-4368-8D79-95BAA01641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777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F7D5D1-C3E9-06E1-FB24-8BDE2C8E6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2E2DD8B-60CA-1804-B710-D148FC0C3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ED53F9B-D277-AADA-7BFA-757CDA3F7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0AB5197-5549-765F-88F1-D705F4F5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C21F4-32CF-470C-ACF8-C4B333A045F9}" type="datetimeFigureOut">
              <a:rPr lang="pl-PL" smtClean="0"/>
              <a:t>22.03.2026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B7A56A6-F50F-386A-A4B4-0FA81B86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76B30F9-AB2F-D6E0-4B6E-50AF7C154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8B49F-B26A-4368-8D79-95BAA01641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854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81265B-B84A-6540-DAE4-10A624450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852A8B3-35BD-15C1-B898-EB5424E6B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25E2954-354A-B019-40C9-86E0505E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C21F4-32CF-470C-ACF8-C4B333A045F9}" type="datetimeFigureOut">
              <a:rPr lang="pl-PL" smtClean="0"/>
              <a:t>22.03.2026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7B64538-639B-48BC-1E4E-A5EDA21A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EE37D13-9460-129A-4CB0-F6813921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8B49F-B26A-4368-8D79-95BAA01641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2438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ADD21CD0-8897-A961-74C6-ADB5F7B616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E73703C-E21B-72A2-31B6-00F889224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D0CF3E0-E9BF-3550-6A9D-D20A09BE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C21F4-32CF-470C-ACF8-C4B333A045F9}" type="datetimeFigureOut">
              <a:rPr lang="pl-PL" smtClean="0"/>
              <a:t>22.03.2026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16572D9-6D0A-EAB9-5695-92121812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5268C6F-AA6C-4563-AD50-3E707828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8B49F-B26A-4368-8D79-95BAA01641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824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2FC9B26A-C235-ABFE-6ADE-374B6ACB1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56FBEAD-DE08-84ED-D50F-F0C06E774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816FDED-93C4-7AB3-55FF-626BAF93E3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C21F4-32CF-470C-ACF8-C4B333A045F9}" type="datetimeFigureOut">
              <a:rPr lang="pl-PL" smtClean="0"/>
              <a:t>22.03.2026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BEE44C3-7CAC-A9D3-0EDE-B4A243C777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3FC1831-DEAB-6F37-6A60-B5D35FA6D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88B49F-B26A-4368-8D79-95BAA01641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53526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D44CE6-8AE0-CE48-5DA7-35333B0866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Architektura </a:t>
            </a:r>
            <a:r>
              <a:rPr lang="pl-PL" dirty="0" err="1"/>
              <a:t>EvoFormer</a:t>
            </a:r>
            <a:r>
              <a:rPr lang="pl-PL" dirty="0"/>
              <a:t> + </a:t>
            </a:r>
            <a:r>
              <a:rPr lang="pl-PL" dirty="0" err="1"/>
              <a:t>Decision</a:t>
            </a:r>
            <a:r>
              <a:rPr lang="pl-PL" dirty="0"/>
              <a:t> Field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319E3EB-FF24-FE52-B966-17A934CB6E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5842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21DD12B-618A-C2DB-AB89-9FB40DAC8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80" y="400051"/>
            <a:ext cx="10919407" cy="6169464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4536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</Words>
  <Application>Microsoft Office PowerPoint</Application>
  <PresentationFormat>Panoramiczny</PresentationFormat>
  <Paragraphs>2</Paragraphs>
  <Slides>2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Motyw pakietu Office</vt:lpstr>
      <vt:lpstr>Architektura EvoFormer + Decision Field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Marcin Albiniak</dc:creator>
  <cp:lastModifiedBy>Marcin Albiniak</cp:lastModifiedBy>
  <cp:revision>3</cp:revision>
  <dcterms:created xsi:type="dcterms:W3CDTF">2026-03-22T10:58:16Z</dcterms:created>
  <dcterms:modified xsi:type="dcterms:W3CDTF">2026-03-22T11:08:13Z</dcterms:modified>
</cp:coreProperties>
</file>